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Capital Investment Optimization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Manufacturing Operations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41148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154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  ·  Optimization Agents  ·  GenAI Orchestration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Fitzpatric   |   GE Digital Technology Experience   |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Capital Decisions Are Slow and Analyst-Dependent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Minutes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19456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 making a $1M+ capital equipment decision waits weeks for a consultant analysis — by which time vendor quotes or market conditions may have changed.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1430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Spreadsheets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19456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arrives as a one-off spreadsheet. No scenario comparison. No audit trail. No way to interrogate assumptions behind the recommendation.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14300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1430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18105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from Decisions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35624" y="219456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run the analysis are not the people who make the call. Critical context gets lost in translation between analyst and executive.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44568"/>
            <a:ext cx="8503920" cy="41148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44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cycle can collapse from weeks to minutes — but only if the interface is designed for the decision-maker, not the analyst.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AI as the Interface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480560" cy="2743200"/>
          </a:xfrm>
          <a:prstGeom prst="rect">
            <a:avLst/>
          </a:prstGeom>
          <a:solidFill>
            <a:srgbClr val="1A2550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4805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technology is table stakes.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is the interface."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 does not want to configure a simulation.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describe their situation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a recommendation they can act 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600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Tool-Use APIs are production-ready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calls with streaming make it viable to wire an LLM directly to a simulation engine.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256032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eliminates the human cycle bottleneck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existed. Optimization existed. What broke it: stale data, a queue of scenario requests, and a communication cycle so long the moment had passed before the answer arrived. AI gives the decision-maker the tool directly.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352044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520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 are the new moat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794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 longer compute — it is the physics-accurate plant model and the interface that makes it accessible.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independently valuable; together they form a decision-support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898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7190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057400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model: Availability, Performance, Quality (OEE)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Bottleneck-constrained throughput, compounding yield, profit delta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plant model separates physical reality from market assumptions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demand with configurable arrival variance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14300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143000"/>
            <a:ext cx="26517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13898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Agents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82696" y="17190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2057400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competing agents: Greedy ROI, Random Search, DQN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enforces budget and operational constraints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surface non-obvious investment sequencing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reveals problem structure, not just answers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114300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143000"/>
            <a:ext cx="26517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35624" y="13898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Interface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35624" y="17190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35624" y="2057400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Claude tool-use API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simulation to results — no forms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Configure · Results three-tab UI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 with rationale and side-by-side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Simulation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as the lens — built on proven foundations, extended for dynamic scenario planning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40233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SimPy — Python discrete event simulation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well-validated DES library — same primitives used in AnyLogic, Arena, and academic simulation research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mapping: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457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974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uptime and capacity — the throughput ceiling per step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00984"/>
            <a:ext cx="457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46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rate against nameplate — bottleneck-constrained across the 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457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794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per step, compounding — defects multiply through the process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398264"/>
            <a:ext cx="457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43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= A × P × Q: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599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models all three dimensions simultaneously, not in isolation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Had to Be Extended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1508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DES libraries model a fixed environment. Scenario planning requires the simulation to be dynamic — re-parameterizable on the fly.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0848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8483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7627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plant model as mutable state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physical parameters from market assumptions (vendor quotes, prices, dates). Re-runs against any scenario variant instantly — no rebuild.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81635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81635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0779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investment state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3154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but not yet operational upgrades tracked separately — visible in OEE projections but not consuming budget. Standard DES has no concept of this.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5478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54787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3931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Scenario-aware parameterization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3886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named scenario overrides a subset of plant model parameters as a diff. Enables fast side-by-side OEE comparison without duplicating the full model.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427939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27939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37083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Agent-compatible reward surface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00600" y="4617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OEE-derived profit delta exposed as a callable function that optimization agents query after each proposed action.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Scenario: Cascading Bottlenecks Across Parallel 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fix exposes what was hidden — supplier lead times make sequencing non-trivial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 — Component Machining  ·  Supplier: Machine tool vendor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975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 — Subassembly  ·  Supplier: Automation vendor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0" y="1517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Finishing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117043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704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3898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A:97%  P:96%  Q:99%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490472" y="1572768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5064" y="1170432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55064" y="1170432"/>
            <a:ext cx="1170432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5064" y="11704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55064" y="13898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A:93%  P:94%  Q:98%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23160" y="1188720"/>
            <a:ext cx="384048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1408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25496" y="1572768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90088" y="1170432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90088" y="1170432"/>
            <a:ext cx="117043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11704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90088" y="13898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026664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A:98%  P:97%  Q:99%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157984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157984"/>
            <a:ext cx="117043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157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23774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6616" y="2688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A:96%  P:95%  Q:99%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490472" y="2560320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5064" y="2157984"/>
            <a:ext cx="1170432" cy="804672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55064" y="2157984"/>
            <a:ext cx="1170432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55064" y="2157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55064" y="23774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691640" y="2688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A:71%  P:88%  Q:95%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423160" y="2176272"/>
            <a:ext cx="384048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23957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25496" y="2560320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0088" y="2157984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90088" y="2157984"/>
            <a:ext cx="117043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2157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90088" y="23774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026664" y="2688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A:96%  P:95%  Q:98%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160520" y="1572768"/>
            <a:ext cx="10972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60520" y="2560320"/>
            <a:ext cx="10972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0248" y="1572768"/>
            <a:ext cx="0" cy="987552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70248" y="2066544"/>
            <a:ext cx="3931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1700784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1700784"/>
            <a:ext cx="1170432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17007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19202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4700016" y="2231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A:94%  P:97%  Q:96%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31536" y="1719072"/>
            <a:ext cx="38404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13248" y="1938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33872" y="2103120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98464" y="1700784"/>
            <a:ext cx="11704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98464" y="1700784"/>
            <a:ext cx="117043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98464" y="17007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98464" y="19202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035040" y="2231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A:98%  P:98%  Q:99%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20040" y="3401568"/>
            <a:ext cx="2670048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0040" y="3401568"/>
            <a:ext cx="267004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349300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0664" y="35112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 — OEE 59%  (Obvious)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11480" y="3822192"/>
            <a:ext cx="2487168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3877056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71% — unplanned downtime.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cell: $180K, 16-wk lead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unit: $240K, 6-wk lead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172968" y="3401568"/>
            <a:ext cx="2670048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172968" y="3401568"/>
            <a:ext cx="267004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64408" y="349300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64408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593592" y="35112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— OEE 87%  (Was masked by BN1)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64408" y="3822192"/>
            <a:ext cx="2487168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64408" y="3877056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now fully feed Label — previously starved. In-flight upgrade approved, arrives week 10. Supplier lead time affects overlap.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025896" y="3401568"/>
            <a:ext cx="2670048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025896" y="3401568"/>
            <a:ext cx="267004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17336" y="349300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17336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446520" y="35112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— OEE 86%  (Emerges after BN2)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117336" y="3822192"/>
            <a:ext cx="2487168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7336" y="3877056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 on Line A surfaces once Label resolves. Supplier sequencing from BN1 decision now constrains available budget window.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Optimization Agents — Three Competing Approaches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comparison: the contrast reveals problem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161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ROI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available upgrade by marginal return on investment. Selects highest ROI action at each step. Fast and interpretable.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7614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Optimal for independent, single-step decisions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Misses sequencing — invests in capacity before fixing yield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538728"/>
            <a:ext cx="2432304" cy="0"/>
          </a:xfrm>
          <a:prstGeom prst="line">
            <a:avLst/>
          </a:prstGeom>
          <a:noFill/>
          <a:ln w="12700">
            <a:solidFill>
              <a:srgbClr val="E8E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Over-invests in Cap capacity before addressing yield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143000"/>
            <a:ext cx="265176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2161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Baseline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14813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82696" y="190195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N=500 random valid investment sequences within budget. Establishes stochastic lower and upper bounds on solution quality.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27614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Provides confidence interval on solution 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82696" y="312724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learning — pure exploration, no convergence guarantee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3538728"/>
            <a:ext cx="2432304" cy="0"/>
          </a:xfrm>
          <a:prstGeom prst="line">
            <a:avLst/>
          </a:prstGeom>
          <a:noFill/>
          <a:ln w="12700">
            <a:solidFill>
              <a:srgbClr val="E8E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non-greedy orderings can beat greedy by up to 18%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11430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121615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5624" y="14813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+ Action Masking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35624" y="1901952"/>
            <a:ext cx="2432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 learns over sequences of investment decisions. Invalid actions (over-budget, max upgrades reached) masked to -inf before argmax.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35624" y="27614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Discovers non-local reward sequences greedy misses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35624" y="312724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Requires training; reward shaping critically important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3538728"/>
            <a:ext cx="2432304" cy="0"/>
          </a:xfrm>
          <a:prstGeom prst="line">
            <a:avLst/>
          </a:prstGeom>
          <a:noFill/>
          <a:ln w="12700">
            <a:solidFill>
              <a:srgbClr val="E8E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3593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yield-first ordering across diverse plant configs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Yield-first sequencing outperforms capacity-first by 15-18% net profit across 50 benchmarked plant configs. This emerges from the compounding yield math — not from hyperparameter tuning.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The YAML-Centered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updates the model. Executive confirms. Then it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1938528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93852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98448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1673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Plant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5727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source of truth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1828800"/>
            <a:ext cx="1719072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01952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OEE, capacity, vendor contracts, in-flight investments. Reality as-is — no setup required.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76856" y="21717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441448" y="1188720"/>
            <a:ext cx="1938528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1188720"/>
            <a:ext cx="193852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129844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44368" y="131673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&amp; Update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4368" y="15727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diff via chat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51176" y="1828800"/>
            <a:ext cx="1719072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901952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"Add Supplier B at 400 u/hr on Fill B. Budget $180K." Claude updates the YAML diff — costs, options, constraints.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98264" y="21717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62856" y="1188720"/>
            <a:ext cx="1938528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1188720"/>
            <a:ext cx="193852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2584" y="129844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65776" y="131673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5727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generated for 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72584" y="1828800"/>
            <a:ext cx="1719072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2584" y="1901952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pipeline diagram regenerated from updated YAML. Executive reviews topology, costs, assumptions — and approves before anything runs.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9672" y="21717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684264" y="1188720"/>
            <a:ext cx="1938528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84264" y="1188720"/>
            <a:ext cx="1938528" cy="45720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992" y="1298448"/>
            <a:ext cx="310896" cy="310896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87184" y="131673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87184" y="15727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optimization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93992" y="1828800"/>
            <a:ext cx="1719072" cy="0"/>
          </a:xfrm>
          <a:prstGeom prst="line">
            <a:avLst/>
          </a:prstGeom>
          <a:noFill/>
          <a:ln w="10160">
            <a:solidFill>
              <a:srgbClr val="E8E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1901952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action. Simulation executes, optimizer finds best sequence, results streamed back into the conversation.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Schema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959352"/>
            <a:ext cx="193852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959352"/>
            <a:ext cx="4572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4005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load_plant_model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9768" y="41879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plant_id 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41448" y="3959352"/>
            <a:ext cx="193852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41448" y="3959352"/>
            <a:ext cx="457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51176" y="4005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apply_scenario_change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551176" y="41879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model, change_desc 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62856" y="3959352"/>
            <a:ext cx="193852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62856" y="3959352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72584" y="4005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generate_pipeline_svg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72584" y="41879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scenario_model 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84264" y="3959352"/>
            <a:ext cx="193852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84264" y="3959352"/>
            <a:ext cx="45720" cy="47548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93992" y="4005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run_simulation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793992" y="41879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confirmed_model 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Interface: UI Prototype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 layout — conversation, live OEE pipeline, YAML scenario config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1152144"/>
            <a:ext cx="8503920" cy="3840480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1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8503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Planning: From Calculator to Decision-Support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institutional memory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Scenario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0233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4023360" cy="5486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"Supplier Q1 Discount"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075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"Machine tool vendor offering 18% discount through March"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59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2459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["vendor-update", "q1-2026"]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28437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cap_upgrade_cost: $38K -&gt; $31K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278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in_flight: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227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label_upgrade: approved, operational Q2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2026-01-14  |  budget_remaining: $240K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62272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-&gt;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11430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Scenario Library Enables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554480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situations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8836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"Supplier Q1 Discount" vs "Market Dip to $72" vs "Board $500K" — each with full rationale.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359152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2432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investment 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6883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but not yet operational investments tracked separately — shown in projections, not consuming capital.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163824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32369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4930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asks: show me the supplier discount scenario vs. baseline from six weeks ago. Instant answer.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968496"/>
            <a:ext cx="3886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42976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field preserves the why. Analysis is useful months later, not just the day it ran.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Validation: How We Know the Model Is Right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the simulation bounds the quality of every recommendation above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45336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benchmarks with known optima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configurations where the correct investment sequence is analytically derivable. Model output checked against ground truth before any live use. Covers single-bottleneck, multi-bottleneck, and near-equal constraint cases.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68296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31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component convergence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587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Performance, and Quality validated independently. N=100 → 500 → 1000 trial runs compared; results reported at N=500 where variance across all three components falls below 0.5%.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191256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54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invariance check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with one step deliberately set below all others — optimizer must identify the correct step 100% of the time. Failure here means the physics model is wrong, not the optimizer.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14216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77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yield configurations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233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where greedy ROI is provably suboptimal by construction. Used to verify the optimizer learns sequencing rather than memorizing training patterns.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1430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Integrity in Practice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0876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6002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quote staleness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validator flags quotes older than 60 days. Simulation runs with flagged assumptions show an uncertainty band — executive sees confidence, not false precision.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51460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investment 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8803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but not yet operational upgrades are tracked separately in the YAML. They appear in projections without consuming budget — keeping the model honest about what's real vs. committed.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2044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11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diff audit trail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886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the plant model is logged as a diff with timestamp and rationale. Any scenario can be reconstructed or challenged — critical for capital approval processes.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only as good as the plant model. The YAML-centered design — with quote dates, in-flight tracking, and diff audit — is specifically built to keep that model honest.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Speed of Iteration Is the Actual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was never the bottleneck. The cycle was.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Cycle  —  Plant 2, Line 2 scenario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6362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manager identifies Fill B underperformance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7881" y="1764792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5740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025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80160" y="2002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submitted to simulation team with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7881" y="2258568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51176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96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80160" y="24963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builds model — Fill B only, no cascading 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7881" y="2752344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4495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900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80160" y="2990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returned. Manager asks: what about 2nd shift?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7881" y="3246120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38728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838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80160" y="34838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discount offer arrives. Cycle restarts.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7881" y="3739896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3250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776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80160" y="3977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analysis returned. Discount window has closed.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507992"/>
            <a:ext cx="41148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507992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53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3 weeks, 1 scenario explored, opportunity missed.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1143000"/>
            <a:ext cx="0" cy="3822192"/>
          </a:xfrm>
          <a:prstGeom prst="line">
            <a:avLst/>
          </a:prstGeom>
          <a:noFill/>
          <a:ln w="12700">
            <a:solidFill>
              <a:srgbClr val="E8E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1430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OptiFlow  —  Same scenario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156362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15087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1508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Plant 2, Line 2 — model already current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52721" y="1764792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057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0025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77840" y="2002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 identified as BN1. Supplier options loaded.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52721" y="2258568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5511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4963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2496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 + 2nd shift scenario applied, run.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52721" y="2752344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0449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2990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77840" y="2990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emerges as BN2. In-flight timing flagged.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2721" y="3246120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53872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4838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577840" y="3483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discount arrives — YAML updated, re-run.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52721" y="3739896"/>
            <a:ext cx="0" cy="25603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403250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9776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77840" y="3977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 saved, compared, rationale recorded.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4507992"/>
            <a:ext cx="4069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4507992"/>
            <a:ext cx="4069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5537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Under 4 minutes, 3 scenarios explored, decision made.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manager now runs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engineer. No simulation expert. No analyst in the loop.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plant, describe the change, confirm the model, run.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41148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520440"/>
            <a:ext cx="1828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21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OEE-accurate simulation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3520440"/>
            <a:ext cx="1828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621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optimization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520440"/>
            <a:ext cx="1828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621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 the interface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3520440"/>
            <a:ext cx="1828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621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/  Deep Dive  /  Live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30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Dives for Q&amp;A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Simulation Validation   ·   B — Action Masking   ·   C — Tool-Use Schema   ·   D — Deployment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Simulation Validation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57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252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benchmarks with known optima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configurations where the analytically correct investment sequence can be derived by hand. Model output compared to ground truth before any live use.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457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385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N=100, 500, 1000 trial runs compared. Results reported at N=500 where throughput and yield variance falls below 0.5%.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15184"/>
            <a:ext cx="457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517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invariance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Single-bottleneck configurations tested first — one step deliberately below all others. Optimizer must identify correct step 100% of the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28416"/>
            <a:ext cx="457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6499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yield configurations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where greedy ROI is provably suboptimal by construction — used to verify DQN learns sequencing rather than memorizing training configs.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041648"/>
            <a:ext cx="457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782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quote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342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validator flags vendor quotes older than 60 days. Simulation runs with flagged assumptions show uncertainty band in results.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Action Masking — Implementation Detail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Action Masking?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masking: agent wastes exploration budget on infeasible actions (over-budget, already max-upgraded), significantly slowing convergence.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304288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masking: Q-values for invalid actions set to negative infinity before argmax. Agent selects only from the feasible action set at each step.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054096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08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 convergence on feasible solution space; no penalty shaping required for constraint violations.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16052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54480"/>
            <a:ext cx="4160520" cy="5486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719072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select_action(state, budget, q_net):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q_values = q_net(state)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Build feasibility mask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= torch.full_like(q_values, -inf)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a, action in enumerate(action_space):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is_feasible(action, budget, state):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mask[a] = 0.0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Apply mask before argmax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masked_q = q_values + mask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random() &lt; epsilon:  # explore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sample(feasible_actions)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argmax(masked_q)  # exploit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 {upgrade_step_i_type_j} for all steps i and upgrade types j. Feasibility check: budget_remaining &gt;= CAPEX_ij AND applications_i &lt; max_applications.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Tool-Use API — Full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8503920" cy="5486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build_plant_model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"build_plant_model",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"Parse natural language into validated YAML. Ask clarifying questions when underspecified.",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input_schema: { steps: [{name, capacity_per_hr, yield_rate, opex_per_hr}],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upgrades: [{step, type, capex, opex_delta, performance_impact}],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budget: number, demand_rate?: number,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vendor_quotes?: [{item, cost, quote_date}] }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run_simulation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"run_simulation",  input_schema: { plant_model: PlantModel, n_trials: number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returns: throughput_dist, bottleneck_step, yield_by_step, confidence_intervals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run_optimization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"run_optimization",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input_schema: { plant_model, agents: ["greedy","random","dqn"], budget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returns: ranked sequences per agent, profit_delta per sequence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compare_scenarios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"compare_scenarios",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input_schema: { scenario_a: ScenarioRef, scenario_b: ScenarioRef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returns: delta table (throughput, yield, profit, capex_exposure) 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D: Deployment Architecture &amp; Latency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1524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618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63624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3.11. Async endpoints. SSE for streaming results. Handles concurrent simulation + LLM calls.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6008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143000"/>
            <a:ext cx="4114800" cy="5486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2618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Tool-Use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5736" y="1563624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 model. Streaming tool_use blocks. Max 3 tool rounds per conversation turn.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13432"/>
            <a:ext cx="4114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3230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734056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DES. N=500 trials: ~1.2s on M2 Pro. Runs in-process for plant models &lt; 1K steps.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6008" y="23134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36008" y="2313432"/>
            <a:ext cx="4114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243230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2734056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 Pre-trained on 50K synthetic configs. Inference-only at runtime: &lt;50ms per optimization call.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83864"/>
            <a:ext cx="411480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6027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Model 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904488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on disk (dev) / S3 (prod). Scenario library: SQLite (dev) / Postgres (prod). Sub-10ms reads.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6008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3483864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36027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45736" y="3904488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Vite. SSE consumer for streaming. SVG pipeline rendered client-side from YAML. No iframe.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latency: ~4s (LLM + sim + optimization). Streaming means first results appear in ~1.5s. Acceptable for executive decision cadence.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OptiFlow: AI-Driven Capital Investment Optimization</dc:title>
  <dc:subject>PptxGenJS Presentation</dc:subject>
  <dc:creator>PptxGenJS</dc:creator>
  <cp:lastModifiedBy>PptxGenJS</cp:lastModifiedBy>
  <cp:revision>1</cp:revision>
  <dcterms:created xsi:type="dcterms:W3CDTF">2026-06-03T04:00:33Z</dcterms:created>
  <dcterms:modified xsi:type="dcterms:W3CDTF">2026-06-03T04:00:33Z</dcterms:modified>
</cp:coreProperties>
</file>